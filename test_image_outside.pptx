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2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1"/>
    <p:restoredTop sz="94694"/>
  </p:normalViewPr>
  <p:slideViewPr>
    <p:cSldViewPr snapToGrid="0">
      <p:cViewPr varScale="1">
        <p:scale>
          <a:sx d="100" n="73"/>
          <a:sy d="100" n="73"/>
        </p:scale>
        <p:origin x="208" y="44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Full Photo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E5A9C25-754F-356D-A0CA-ABBB285609B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E95C2-DA7B-BCEA-1575-6A9A52CAE6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58" y="0"/>
            <a:ext cx="18288358" cy="10242211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1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1320133"/>
            <a:ext cx="15773400" cy="101985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257300" y="2663792"/>
            <a:ext cx="15773400" cy="652700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7A0F-158A-7BFE-4440-7D7AADDDD309}"/>
              </a:ext>
            </a:extLst>
          </p:cNvPr>
          <p:cNvCxnSpPr/>
          <p:nvPr userDrawn="1"/>
        </p:nvCxnSpPr>
        <p:spPr>
          <a:xfrm>
            <a:off x="1257300" y="2332653"/>
            <a:ext cx="157734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4138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3" r:id="rId1"/>
    <p:sldLayoutId id="2147483674" r:id="rId2"/>
    <p:sldLayoutId id="2147483684" r:id="rId3"/>
    <p:sldLayoutId id="2147483650" r:id="rId4"/>
    <p:sldLayoutId id="2147483686" r:id="rId5"/>
    <p:sldLayoutId id="2147483688" r:id="rId6"/>
    <p:sldLayoutId id="2147483687" r:id="rId7"/>
    <p:sldLayoutId id="2147483689" r:id="rId8"/>
  </p:sldLayoutIdLst>
  <p:txStyles>
    <p:titleStyle>
      <a:lvl1pPr algn="l" defTabSz="1371600" eaLnBrk="1" hangingPunct="1" latinLnBrk="0" rtl="0">
        <a:lnSpc>
          <a:spcPct val="100000"/>
        </a:lnSpc>
        <a:spcBef>
          <a:spcPct val="0"/>
        </a:spcBef>
        <a:buNone/>
        <a:defRPr b="0" i="0" kern="1200" sz="6600">
          <a:solidFill>
            <a:schemeClr val="tx1"/>
          </a:solidFill>
          <a:latin charset="0" panose="02000503000000020004" pitchFamily="2" typeface="Helvetica Neue Medium"/>
          <a:ea charset="0" panose="02000503000000020004" pitchFamily="2" typeface="Helvetica Neue Medium"/>
          <a:cs charset="0" panose="02000503000000020004" pitchFamily="2" typeface="Helvetica Neue Medium"/>
        </a:defRPr>
      </a:lvl1pPr>
    </p:titleStyle>
    <p:bodyStyle>
      <a:lvl1pPr algn="l" defTabSz="1371600" eaLnBrk="1" hangingPunct="1" indent="-342900" latinLnBrk="0" marL="342900" rtl="0">
        <a:lnSpc>
          <a:spcPct val="90000"/>
        </a:lnSpc>
        <a:spcBef>
          <a:spcPts val="1500"/>
        </a:spcBef>
        <a:buFont charset="0" panose="020B0604020202020204" pitchFamily="34" typeface="Arial"/>
        <a:buChar char="•"/>
        <a:defRPr b="0" i="0" kern="1200" sz="42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1pPr>
      <a:lvl2pPr algn="l" defTabSz="1371600" eaLnBrk="1" hangingPunct="1" indent="-342900" latinLnBrk="0" marL="10287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36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2pPr>
      <a:lvl3pPr algn="l" defTabSz="1371600" eaLnBrk="1" hangingPunct="1" indent="-342900" latinLnBrk="0" marL="17145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30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3pPr>
      <a:lvl4pPr algn="l" defTabSz="1371600" eaLnBrk="1" hangingPunct="1" indent="-342900" latinLnBrk="0" marL="24003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27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4pPr>
      <a:lvl5pPr algn="l" defTabSz="1371600" eaLnBrk="1" hangingPunct="1" indent="-342900" latinLnBrk="0" marL="30861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27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5pPr>
      <a:lvl6pPr algn="l" defTabSz="1371600" eaLnBrk="1" hangingPunct="1" indent="-342900" latinLnBrk="0" marL="37719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6pPr>
      <a:lvl7pPr algn="l" defTabSz="1371600" eaLnBrk="1" hangingPunct="1" indent="-342900" latinLnBrk="0" marL="44577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7pPr>
      <a:lvl8pPr algn="l" defTabSz="1371600" eaLnBrk="1" hangingPunct="1" indent="-342900" latinLnBrk="0" marL="51435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8pPr>
      <a:lvl9pPr algn="l" defTabSz="1371600" eaLnBrk="1" hangingPunct="1" indent="-342900" latinLnBrk="0" marL="58293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1371600" eaLnBrk="1" hangingPunct="1" latinLnBrk="0" marL="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1pPr>
      <a:lvl2pPr algn="l" defTabSz="1371600" eaLnBrk="1" hangingPunct="1" latinLnBrk="0" marL="6858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2pPr>
      <a:lvl3pPr algn="l" defTabSz="1371600" eaLnBrk="1" hangingPunct="1" latinLnBrk="0" marL="13716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3pPr>
      <a:lvl4pPr algn="l" defTabSz="1371600" eaLnBrk="1" hangingPunct="1" latinLnBrk="0" marL="20574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4pPr>
      <a:lvl5pPr algn="l" defTabSz="1371600" eaLnBrk="1" hangingPunct="1" latinLnBrk="0" marL="27432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5pPr>
      <a:lvl6pPr algn="l" defTabSz="1371600" eaLnBrk="1" hangingPunct="1" latinLnBrk="0" marL="34290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6pPr>
      <a:lvl7pPr algn="l" defTabSz="1371600" eaLnBrk="1" hangingPunct="1" latinLnBrk="0" marL="41148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7pPr>
      <a:lvl8pPr algn="l" defTabSz="1371600" eaLnBrk="1" hangingPunct="1" latinLnBrk="0" marL="48006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8pPr>
      <a:lvl9pPr algn="l" defTabSz="1371600" eaLnBrk="1" hangingPunct="1" latinLnBrk="0" marL="54864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 with Image Outside Div</a:t>
            </a:r>
          </a:p>
        </p:txBody>
      </p:sp>
      <p:pic>
        <p:nvPicPr>
          <p:cNvPr descr="assets/cause_eff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2654300"/>
            <a:ext cx="10629900" cy="600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57300" y="8661400"/>
            <a:ext cx="15773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TestImage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inside the div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734_template" id="{2E50EFBF-AD15-2147-B111-28070B6C0992}" vid="{4CA0B14A-1437-CB4B-8967-14EC87C70D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Helvetica Neue Light</vt:lpstr>
      <vt:lpstr>Helvetica Neue Medium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2025-12-29T01:48:46Z</dcterms:created>
  <dcterms:modified xsi:type="dcterms:W3CDTF">2025-12-29T01:48:46Z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