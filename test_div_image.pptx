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72" r:id="rId1"/>
  </p:sldMasterIdLst>
  <p:sldIdLst>
    <p:sldId id="256" r:id="rId2"/>
  </p:sldIdLst>
  <p:sldSz cx="18288000" cy="10287000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sz="15611"/>
    <p:restoredTop sz="94694"/>
  </p:normalViewPr>
  <p:slideViewPr>
    <p:cSldViewPr snapToGrid="0">
      <p:cViewPr varScale="1">
        <p:scale>
          <a:sx d="100" n="73"/>
          <a:sy d="100" n="73"/>
        </p:scale>
        <p:origin x="208" y="448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6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5" Type="http://schemas.openxmlformats.org/officeDocument/2006/relationships/theme" Target="theme/theme1.xml" /><Relationship Id="rId4" Type="http://schemas.openxmlformats.org/officeDocument/2006/relationships/viewProps" Target="viewProps.xml" /><Relationship Id="rId3" Type="http://schemas.openxmlformats.org/officeDocument/2006/relationships/presProps" Target="pres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old Full Photo No 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2E5A9C25-754F-356D-A0CA-ABBB285609B2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6E95C2-DA7B-BCEA-1575-6A9A52CAE65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358" y="0"/>
            <a:ext cx="18288358" cy="10242211"/>
          </a:xfrm>
        </p:spPr>
        <p:txBody>
          <a:bodyPr/>
          <a:lstStyle>
            <a:lvl1pPr>
              <a:buNone/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92175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5" Target="../slideLayouts/slideLayout5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theme/theme1.xml" Type="http://schemas.openxmlformats.org/officeDocument/2006/relationships/theme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7300" y="1320133"/>
            <a:ext cx="15773400" cy="1019855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dirty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1257300" y="2663792"/>
            <a:ext cx="15773400" cy="6527007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DC67A0F-158A-7BFE-4440-7D7AADDDD309}"/>
              </a:ext>
            </a:extLst>
          </p:cNvPr>
          <p:cNvCxnSpPr/>
          <p:nvPr userDrawn="1"/>
        </p:nvCxnSpPr>
        <p:spPr>
          <a:xfrm>
            <a:off x="1257300" y="2332653"/>
            <a:ext cx="1577340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8341383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73" r:id="rId1"/>
    <p:sldLayoutId id="2147483674" r:id="rId2"/>
    <p:sldLayoutId id="2147483684" r:id="rId3"/>
    <p:sldLayoutId id="2147483650" r:id="rId4"/>
    <p:sldLayoutId id="2147483686" r:id="rId5"/>
    <p:sldLayoutId id="2147483688" r:id="rId6"/>
    <p:sldLayoutId id="2147483687" r:id="rId7"/>
    <p:sldLayoutId id="2147483689" r:id="rId8"/>
  </p:sldLayoutIdLst>
  <p:txStyles>
    <p:titleStyle>
      <a:lvl1pPr algn="l" defTabSz="1371600" eaLnBrk="1" hangingPunct="1" latinLnBrk="0" rtl="0">
        <a:lnSpc>
          <a:spcPct val="100000"/>
        </a:lnSpc>
        <a:spcBef>
          <a:spcPct val="0"/>
        </a:spcBef>
        <a:buNone/>
        <a:defRPr b="0" i="0" kern="1200" sz="6600">
          <a:solidFill>
            <a:schemeClr val="tx1"/>
          </a:solidFill>
          <a:latin charset="0" panose="02000503000000020004" pitchFamily="2" typeface="Helvetica Neue Medium"/>
          <a:ea charset="0" panose="02000503000000020004" pitchFamily="2" typeface="Helvetica Neue Medium"/>
          <a:cs charset="0" panose="02000503000000020004" pitchFamily="2" typeface="Helvetica Neue Medium"/>
        </a:defRPr>
      </a:lvl1pPr>
    </p:titleStyle>
    <p:bodyStyle>
      <a:lvl1pPr algn="l" defTabSz="1371600" eaLnBrk="1" hangingPunct="1" indent="-342900" latinLnBrk="0" marL="342900" rtl="0">
        <a:lnSpc>
          <a:spcPct val="90000"/>
        </a:lnSpc>
        <a:spcBef>
          <a:spcPts val="1500"/>
        </a:spcBef>
        <a:buFont charset="0" panose="020B0604020202020204" pitchFamily="34" typeface="Arial"/>
        <a:buChar char="•"/>
        <a:defRPr b="0" i="0" kern="1200" sz="4200">
          <a:solidFill>
            <a:schemeClr val="tx1"/>
          </a:solidFill>
          <a:latin charset="0" panose="02000403000000020004" pitchFamily="2" typeface="Helvetica Neue Light"/>
          <a:ea charset="0" panose="02000403000000020004" pitchFamily="2" typeface="Helvetica Neue Light"/>
          <a:cs typeface="+mn-cs"/>
        </a:defRPr>
      </a:lvl1pPr>
      <a:lvl2pPr algn="l" defTabSz="1371600" eaLnBrk="1" hangingPunct="1" indent="-342900" latinLnBrk="0" marL="1028700" rtl="0">
        <a:lnSpc>
          <a:spcPct val="90000"/>
        </a:lnSpc>
        <a:spcBef>
          <a:spcPts val="750"/>
        </a:spcBef>
        <a:buFont charset="0" panose="020B0604020202020204" pitchFamily="34" typeface="Arial"/>
        <a:buChar char="•"/>
        <a:defRPr b="0" i="0" kern="1200" sz="3600">
          <a:solidFill>
            <a:schemeClr val="tx1"/>
          </a:solidFill>
          <a:latin charset="0" panose="02000403000000020004" pitchFamily="2" typeface="Helvetica Neue Light"/>
          <a:ea charset="0" panose="02000403000000020004" pitchFamily="2" typeface="Helvetica Neue Light"/>
          <a:cs typeface="+mn-cs"/>
        </a:defRPr>
      </a:lvl2pPr>
      <a:lvl3pPr algn="l" defTabSz="1371600" eaLnBrk="1" hangingPunct="1" indent="-342900" latinLnBrk="0" marL="1714500" rtl="0">
        <a:lnSpc>
          <a:spcPct val="90000"/>
        </a:lnSpc>
        <a:spcBef>
          <a:spcPts val="750"/>
        </a:spcBef>
        <a:buFont charset="0" panose="020B0604020202020204" pitchFamily="34" typeface="Arial"/>
        <a:buChar char="•"/>
        <a:defRPr b="0" i="0" kern="1200" sz="3000">
          <a:solidFill>
            <a:schemeClr val="tx1"/>
          </a:solidFill>
          <a:latin charset="0" panose="02000403000000020004" pitchFamily="2" typeface="Helvetica Neue Light"/>
          <a:ea charset="0" panose="02000403000000020004" pitchFamily="2" typeface="Helvetica Neue Light"/>
          <a:cs typeface="+mn-cs"/>
        </a:defRPr>
      </a:lvl3pPr>
      <a:lvl4pPr algn="l" defTabSz="1371600" eaLnBrk="1" hangingPunct="1" indent="-342900" latinLnBrk="0" marL="2400300" rtl="0">
        <a:lnSpc>
          <a:spcPct val="90000"/>
        </a:lnSpc>
        <a:spcBef>
          <a:spcPts val="750"/>
        </a:spcBef>
        <a:buFont charset="0" panose="020B0604020202020204" pitchFamily="34" typeface="Arial"/>
        <a:buChar char="•"/>
        <a:defRPr b="0" i="0" kern="1200" sz="2700">
          <a:solidFill>
            <a:schemeClr val="tx1"/>
          </a:solidFill>
          <a:latin charset="0" panose="02000403000000020004" pitchFamily="2" typeface="Helvetica Neue Light"/>
          <a:ea charset="0" panose="02000403000000020004" pitchFamily="2" typeface="Helvetica Neue Light"/>
          <a:cs typeface="+mn-cs"/>
        </a:defRPr>
      </a:lvl4pPr>
      <a:lvl5pPr algn="l" defTabSz="1371600" eaLnBrk="1" hangingPunct="1" indent="-342900" latinLnBrk="0" marL="3086100" rtl="0">
        <a:lnSpc>
          <a:spcPct val="90000"/>
        </a:lnSpc>
        <a:spcBef>
          <a:spcPts val="750"/>
        </a:spcBef>
        <a:buFont charset="0" panose="020B0604020202020204" pitchFamily="34" typeface="Arial"/>
        <a:buChar char="•"/>
        <a:defRPr b="0" i="0" kern="1200" sz="2700">
          <a:solidFill>
            <a:schemeClr val="tx1"/>
          </a:solidFill>
          <a:latin charset="0" panose="02000403000000020004" pitchFamily="2" typeface="Helvetica Neue Light"/>
          <a:ea charset="0" panose="02000403000000020004" pitchFamily="2" typeface="Helvetica Neue Light"/>
          <a:cs typeface="+mn-cs"/>
        </a:defRPr>
      </a:lvl5pPr>
      <a:lvl6pPr algn="l" defTabSz="1371600" eaLnBrk="1" hangingPunct="1" indent="-342900" latinLnBrk="0" marL="3771900" rtl="0">
        <a:lnSpc>
          <a:spcPct val="90000"/>
        </a:lnSpc>
        <a:spcBef>
          <a:spcPts val="750"/>
        </a:spcBef>
        <a:buFont charset="0" panose="020B0604020202020204" pitchFamily="34" typeface="Arial"/>
        <a:buChar char="•"/>
        <a:defRPr kern="1200" sz="2700">
          <a:solidFill>
            <a:schemeClr val="tx1"/>
          </a:solidFill>
          <a:latin typeface="+mn-lt"/>
          <a:ea typeface="+mn-ea"/>
          <a:cs typeface="+mn-cs"/>
        </a:defRPr>
      </a:lvl6pPr>
      <a:lvl7pPr algn="l" defTabSz="1371600" eaLnBrk="1" hangingPunct="1" indent="-342900" latinLnBrk="0" marL="4457700" rtl="0">
        <a:lnSpc>
          <a:spcPct val="90000"/>
        </a:lnSpc>
        <a:spcBef>
          <a:spcPts val="750"/>
        </a:spcBef>
        <a:buFont charset="0" panose="020B0604020202020204" pitchFamily="34" typeface="Arial"/>
        <a:buChar char="•"/>
        <a:defRPr kern="1200" sz="2700">
          <a:solidFill>
            <a:schemeClr val="tx1"/>
          </a:solidFill>
          <a:latin typeface="+mn-lt"/>
          <a:ea typeface="+mn-ea"/>
          <a:cs typeface="+mn-cs"/>
        </a:defRPr>
      </a:lvl7pPr>
      <a:lvl8pPr algn="l" defTabSz="1371600" eaLnBrk="1" hangingPunct="1" indent="-342900" latinLnBrk="0" marL="5143500" rtl="0">
        <a:lnSpc>
          <a:spcPct val="90000"/>
        </a:lnSpc>
        <a:spcBef>
          <a:spcPts val="750"/>
        </a:spcBef>
        <a:buFont charset="0" panose="020B0604020202020204" pitchFamily="34" typeface="Arial"/>
        <a:buChar char="•"/>
        <a:defRPr kern="1200" sz="2700">
          <a:solidFill>
            <a:schemeClr val="tx1"/>
          </a:solidFill>
          <a:latin typeface="+mn-lt"/>
          <a:ea typeface="+mn-ea"/>
          <a:cs typeface="+mn-cs"/>
        </a:defRPr>
      </a:lvl8pPr>
      <a:lvl9pPr algn="l" defTabSz="1371600" eaLnBrk="1" hangingPunct="1" indent="-342900" latinLnBrk="0" marL="5829300" rtl="0">
        <a:lnSpc>
          <a:spcPct val="90000"/>
        </a:lnSpc>
        <a:spcBef>
          <a:spcPts val="750"/>
        </a:spcBef>
        <a:buFont charset="0" panose="020B0604020202020204" pitchFamily="34" typeface="Arial"/>
        <a:buChar char="•"/>
        <a:defRPr kern="1200" sz="27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1371600" eaLnBrk="1" hangingPunct="1" latinLnBrk="0" marL="0" rtl="0">
        <a:defRPr kern="1200" sz="2700">
          <a:solidFill>
            <a:schemeClr val="tx1"/>
          </a:solidFill>
          <a:latin typeface="+mn-lt"/>
          <a:ea typeface="+mn-ea"/>
          <a:cs typeface="+mn-cs"/>
        </a:defRPr>
      </a:lvl1pPr>
      <a:lvl2pPr algn="l" defTabSz="1371600" eaLnBrk="1" hangingPunct="1" latinLnBrk="0" marL="685800" rtl="0">
        <a:defRPr kern="1200" sz="2700">
          <a:solidFill>
            <a:schemeClr val="tx1"/>
          </a:solidFill>
          <a:latin typeface="+mn-lt"/>
          <a:ea typeface="+mn-ea"/>
          <a:cs typeface="+mn-cs"/>
        </a:defRPr>
      </a:lvl2pPr>
      <a:lvl3pPr algn="l" defTabSz="1371600" eaLnBrk="1" hangingPunct="1" latinLnBrk="0" marL="1371600" rtl="0">
        <a:defRPr kern="1200" sz="2700">
          <a:solidFill>
            <a:schemeClr val="tx1"/>
          </a:solidFill>
          <a:latin typeface="+mn-lt"/>
          <a:ea typeface="+mn-ea"/>
          <a:cs typeface="+mn-cs"/>
        </a:defRPr>
      </a:lvl3pPr>
      <a:lvl4pPr algn="l" defTabSz="1371600" eaLnBrk="1" hangingPunct="1" latinLnBrk="0" marL="2057400" rtl="0">
        <a:defRPr kern="1200" sz="2700">
          <a:solidFill>
            <a:schemeClr val="tx1"/>
          </a:solidFill>
          <a:latin typeface="+mn-lt"/>
          <a:ea typeface="+mn-ea"/>
          <a:cs typeface="+mn-cs"/>
        </a:defRPr>
      </a:lvl4pPr>
      <a:lvl5pPr algn="l" defTabSz="1371600" eaLnBrk="1" hangingPunct="1" latinLnBrk="0" marL="2743200" rtl="0">
        <a:defRPr kern="1200" sz="2700">
          <a:solidFill>
            <a:schemeClr val="tx1"/>
          </a:solidFill>
          <a:latin typeface="+mn-lt"/>
          <a:ea typeface="+mn-ea"/>
          <a:cs typeface="+mn-cs"/>
        </a:defRPr>
      </a:lvl5pPr>
      <a:lvl6pPr algn="l" defTabSz="1371600" eaLnBrk="1" hangingPunct="1" latinLnBrk="0" marL="3429000" rtl="0">
        <a:defRPr kern="1200" sz="2700">
          <a:solidFill>
            <a:schemeClr val="tx1"/>
          </a:solidFill>
          <a:latin typeface="+mn-lt"/>
          <a:ea typeface="+mn-ea"/>
          <a:cs typeface="+mn-cs"/>
        </a:defRPr>
      </a:lvl6pPr>
      <a:lvl7pPr algn="l" defTabSz="1371600" eaLnBrk="1" hangingPunct="1" latinLnBrk="0" marL="4114800" rtl="0">
        <a:defRPr kern="1200" sz="2700">
          <a:solidFill>
            <a:schemeClr val="tx1"/>
          </a:solidFill>
          <a:latin typeface="+mn-lt"/>
          <a:ea typeface="+mn-ea"/>
          <a:cs typeface="+mn-cs"/>
        </a:defRPr>
      </a:lvl7pPr>
      <a:lvl8pPr algn="l" defTabSz="1371600" eaLnBrk="1" hangingPunct="1" latinLnBrk="0" marL="4800600" rtl="0">
        <a:defRPr kern="1200" sz="2700">
          <a:solidFill>
            <a:schemeClr val="tx1"/>
          </a:solidFill>
          <a:latin typeface="+mn-lt"/>
          <a:ea typeface="+mn-ea"/>
          <a:cs typeface="+mn-cs"/>
        </a:defRPr>
      </a:lvl8pPr>
      <a:lvl9pPr algn="l" defTabSz="1371600" eaLnBrk="1" hangingPunct="1" latinLnBrk="0" marL="5486400" rtl="0">
        <a:defRPr kern="1200" sz="27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Test Slide with Div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TestImage</a:t>
            </a:r>
          </a:p>
          <a:p>
            <a:pPr lvl="0" indent="0" marL="0">
              <a:buNone/>
            </a:pPr>
            <a:r>
              <a:rPr/>
              <a:t>TestImage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4734_template" id="{2E50EFBF-AD15-2147-B111-28070B6C0992}" vid="{4CA0B14A-1437-CB4B-8967-14EC87C70DD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75</TotalTime>
  <Words>0</Words>
  <Application>Microsoft Macintosh PowerPoint</Application>
  <PresentationFormat>Custom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Helvetica Neue Light</vt:lpstr>
      <vt:lpstr>Helvetica Neue Medium</vt:lpstr>
      <vt:lpstr>Times New Roman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2025-12-29T01:46:25Z</dcterms:created>
  <dcterms:modified xsi:type="dcterms:W3CDTF">2025-12-29T01:46:25Z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