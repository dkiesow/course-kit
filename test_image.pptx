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 Slide</a:t>
            </a:r>
          </a:p>
        </p:txBody>
      </p:sp>
      <p:pic>
        <p:nvPicPr>
          <p:cNvPr descr="assets/cause_effec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19300" y="1193800"/>
            <a:ext cx="5105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TestImage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2025-12-29T01:44:38Z</dcterms:created>
  <dcterms:modified xsi:type="dcterms:W3CDTF">2025-12-29T01:44:38Z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